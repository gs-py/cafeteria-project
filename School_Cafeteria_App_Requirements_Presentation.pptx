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School Cafeteria &amp; Lunch Management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Requirement Presentation</a:t>
            </a:r>
          </a:p>
          <a:p>
            <a:r>
              <a:t>Prepared for Software Development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Cashless cafeteria and lunch management</a:t>
            </a:r>
          </a:p>
          <a:p>
            <a:pPr>
              <a:defRPr sz="2400"/>
            </a:pPr>
            <a:r>
              <a:t>Real-time wallet &amp; payment tracking</a:t>
            </a:r>
          </a:p>
          <a:p>
            <a:pPr>
              <a:defRPr sz="2400"/>
            </a:pPr>
            <a:r>
              <a:t>Instant parent notifications</a:t>
            </a:r>
          </a:p>
          <a:p>
            <a:pPr>
              <a:defRPr sz="2400"/>
            </a:pPr>
            <a:r>
              <a:t>Transparent purchase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Admin Dashboard</a:t>
            </a:r>
          </a:p>
          <a:p>
            <a:pPr>
              <a:defRPr sz="2400"/>
            </a:pPr>
            <a:r>
              <a:t>Parent Mobile App</a:t>
            </a:r>
          </a:p>
          <a:p>
            <a:pPr>
              <a:defRPr sz="2400"/>
            </a:pPr>
            <a:r>
              <a:t>Cafeteria Staff App</a:t>
            </a:r>
          </a:p>
          <a:p>
            <a:pPr>
              <a:defRPr sz="2400"/>
            </a:pPr>
            <a:r>
              <a:t>Student Wallet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Grade-wise student separation</a:t>
            </a:r>
          </a:p>
          <a:p>
            <a:pPr>
              <a:defRPr sz="2400"/>
            </a:pPr>
            <a:r>
              <a:t>Menu with pictures</a:t>
            </a:r>
          </a:p>
          <a:p>
            <a:pPr>
              <a:defRPr sz="2400"/>
            </a:pPr>
            <a:r>
              <a:t>QR/Student ID billing</a:t>
            </a:r>
          </a:p>
          <a:p>
            <a:pPr>
              <a:defRPr sz="2400"/>
            </a:pPr>
            <a:r>
              <a:t>Lunch &amp; café subscriptions</a:t>
            </a:r>
          </a:p>
          <a:p>
            <a:pPr>
              <a:defRPr sz="2400"/>
            </a:pPr>
            <a:r>
              <a:t>Real-time balance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Parent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Online recharge/payment gateway</a:t>
            </a:r>
          </a:p>
          <a:p>
            <a:pPr>
              <a:defRPr sz="2400"/>
            </a:pPr>
            <a:r>
              <a:t>Instant purchase alerts</a:t>
            </a:r>
          </a:p>
          <a:p>
            <a:pPr>
              <a:defRPr sz="2400"/>
            </a:pPr>
            <a:r>
              <a:t>Transaction history</a:t>
            </a:r>
          </a:p>
          <a:p>
            <a:pPr>
              <a:defRPr sz="2400"/>
            </a:pPr>
            <a:r>
              <a:t>Messages &amp; notes to cafeteria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Sales &amp; revenue reports</a:t>
            </a:r>
          </a:p>
          <a:p>
            <a:pPr>
              <a:defRPr sz="2400"/>
            </a:pPr>
            <a:r>
              <a:t>Export PDF/Excel</a:t>
            </a:r>
          </a:p>
          <a:p>
            <a:pPr>
              <a:defRPr sz="2400"/>
            </a:pPr>
            <a:r>
              <a:t>Menu management</a:t>
            </a:r>
          </a:p>
          <a:p>
            <a:pPr>
              <a:defRPr sz="2400"/>
            </a:pPr>
            <a:r>
              <a:t>Low balance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RFID/QR integration</a:t>
            </a:r>
          </a:p>
          <a:p>
            <a:pPr>
              <a:defRPr sz="2400"/>
            </a:pPr>
            <a:r>
              <a:t>Nutrition &amp; allergy info</a:t>
            </a:r>
          </a:p>
          <a:p>
            <a:pPr>
              <a:defRPr sz="2400"/>
            </a:pPr>
            <a:r>
              <a:t>Inventory management</a:t>
            </a:r>
          </a:p>
          <a:p>
            <a:pPr>
              <a:defRPr sz="2400"/>
            </a:pPr>
            <a:r>
              <a:t>Analytics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Parent recharges wallet</a:t>
            </a:r>
          </a:p>
          <a:p>
            <a:pPr>
              <a:defRPr sz="2400"/>
            </a:pPr>
            <a:r>
              <a:t>Student purchases lunch/café</a:t>
            </a:r>
          </a:p>
          <a:p>
            <a:pPr>
              <a:defRPr sz="2400"/>
            </a:pPr>
            <a:r>
              <a:t>Balance updates instantly</a:t>
            </a:r>
          </a:p>
          <a:p>
            <a:pPr>
              <a:defRPr sz="2400"/>
            </a:pPr>
            <a:r>
              <a:t>Parent receives notification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Zero cash handling</a:t>
            </a:r>
          </a:p>
          <a:p>
            <a:pPr>
              <a:defRPr sz="2400"/>
            </a:pPr>
            <a:r>
              <a:t>Faster service</a:t>
            </a:r>
          </a:p>
          <a:p>
            <a:pPr>
              <a:defRPr sz="2400"/>
            </a:pPr>
            <a:r>
              <a:t>Transparency</a:t>
            </a:r>
          </a:p>
          <a:p>
            <a:pPr>
              <a:defRPr sz="2400"/>
            </a:pPr>
            <a:r>
              <a:t>Better parent engagement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Android App</a:t>
            </a:r>
          </a:p>
          <a:p>
            <a:pPr>
              <a:defRPr sz="2400"/>
            </a:pPr>
            <a:r>
              <a:t>iOS App</a:t>
            </a:r>
          </a:p>
          <a:p>
            <a:pPr>
              <a:defRPr sz="2400"/>
            </a:pPr>
            <a:r>
              <a:t>Web Admin Panel</a:t>
            </a:r>
          </a:p>
          <a:p>
            <a:pPr>
              <a:defRPr sz="2400"/>
            </a:pPr>
            <a:r>
              <a:t>Cloud Database &amp; Payment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School Cafeteria &amp; Lunch Management App</vt:lpstr>
      <vt:lpstr>Project Objective</vt:lpstr>
      <vt:lpstr>User Modules</vt:lpstr>
      <vt:lpstr>Core Features</vt:lpstr>
      <vt:lpstr>Parent Experience</vt:lpstr>
      <vt:lpstr>Admin Dashboard</vt:lpstr>
      <vt:lpstr>Advanced Features</vt:lpstr>
      <vt:lpstr>Sample Workflow</vt:lpstr>
      <vt:lpstr>Benefits</vt:lpstr>
      <vt:lpstr>Development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Cafeteria &amp; Lunch Management App</dc:title>
  <dc:subject/>
  <dc:creator/>
  <cp:keywords/>
  <dc:description>generated using python-pptx</dc:description>
  <cp:lastModifiedBy>Joel Joseph</cp:lastModifiedBy>
  <cp:revision>2</cp:revision>
  <dcterms:created xsi:type="dcterms:W3CDTF">2013-01-27T09:14:16Z</dcterms:created>
  <dcterms:modified xsi:type="dcterms:W3CDTF">2026-06-18T11:51:38Z</dcterms:modified>
  <cp:category/>
</cp:coreProperties>
</file>